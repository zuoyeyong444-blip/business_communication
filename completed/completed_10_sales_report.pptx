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4～6月 売上報告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提出用資料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商品Bの売上が継続的に低下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根拠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4月 400,000円 → 6月 275,000円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販売状況・顧客層・販促方法を確認する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