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総合演習 報告資料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提出用資料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売上分析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