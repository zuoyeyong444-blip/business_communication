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総合実技試験 報告資料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提出用資料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