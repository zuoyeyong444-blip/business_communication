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売上報告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提出用資料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ここに結論を入力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根拠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Excelのグラフを貼り付け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考察・改善案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ここに考察または改善案を入力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